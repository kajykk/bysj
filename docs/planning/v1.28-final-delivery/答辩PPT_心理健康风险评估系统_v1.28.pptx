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75B6"/>
                </a:solidFill>
                <a:latin typeface="Microsoft YaHei"/>
              </a:defRPr>
            </a:pPr>
            <a:r>
              <a:t>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基于多模型融合的心理健康</a:t>
            </a:r>
            <a:br/>
            <a:r>
              <a:t>风险评估与预警系统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Microsoft YaHei"/>
              </a:defRPr>
            </a:pPr>
            <a:r>
              <a:t>Multi-Model Fusion Based Mental Health Risk Assessment &amp;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版本: v1.28-final  |  日期: 2026-05-02  |  状态: FINAL-GO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1.  研究背景与意义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2.  研究问题与目标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3.  研究方法与技术路线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4.  系统架构设计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5.  模型演进与实验结果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6.  核心创新点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7.  安全机制与伦理考虑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8.  局限性与未来展望</a:t>
            </a:r>
          </a:p>
          <a:p>
            <a:pPr>
              <a:spcAft>
                <a:spcPts val="2800"/>
              </a:spcAft>
              <a:defRPr sz="2400">
                <a:solidFill>
                  <a:srgbClr val="2D2D2D"/>
                </a:solidFill>
                <a:latin typeface="Microsoft YaHei"/>
              </a:defRPr>
            </a:pPr>
            <a:r>
              <a:t>9.  研究结论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1. 研究背景：心理健康的全球挑战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Research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■  全球约 9.7 亿人（约每 8 人中 1 人）患有精神障碍</a:t>
            </a:r>
          </a:p>
          <a:p>
            <a:pPr>
              <a:spcAft>
                <a:spcPts val="20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   抑郁障碍和焦虑障碍是最常见的两种类型</a:t>
            </a:r>
          </a:p>
          <a:p>
            <a:pPr>
              <a:spcAft>
                <a:spcPts val="20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■  抑郁症是全球致残的首要原因，每年约 70 万人自杀身亡</a:t>
            </a:r>
          </a:p>
          <a:p>
            <a:pPr>
              <a:spcAft>
                <a:spcPts val="20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■  15-29 岁年龄段，自杀是第四大死亡原因</a:t>
            </a:r>
          </a:p>
          <a:p>
            <a:pPr>
              <a:spcAft>
                <a:spcPts val="20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■  COVID-19 后全球抑郁和焦虑患病率增加 25%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高校筛查困境：</a:t>
            </a:r>
          </a:p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覆盖率低 — 依赖年度普查</a:t>
            </a:r>
          </a:p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效率瓶颈 — 问卷负担重</a:t>
            </a:r>
          </a:p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标准化不足 — 依赖主观判断</a:t>
            </a:r>
          </a:p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响应延迟 — 干预窗口错失</a:t>
            </a:r>
          </a:p>
          <a:p>
            <a:pPr>
              <a:spcAft>
                <a:spcPts val="176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隐私顾虑 — 瞒报比例高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36576" cy="2926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1.2 AI 介入的可行性与系统定位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89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AI 技术可行性：</a:t>
            </a:r>
          </a:p>
          <a:p>
            <a:pPr>
              <a:spcAft>
                <a:spcPts val="1589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文本分析 — NLP 可从社交媒体/日记中检测抑郁信号</a:t>
            </a:r>
          </a:p>
          <a:p>
            <a:pPr>
              <a:spcAft>
                <a:spcPts val="1589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多模态融合 — 文本 + 问卷 + 生理信号 提升准确率</a:t>
            </a:r>
          </a:p>
          <a:p>
            <a:pPr>
              <a:spcAft>
                <a:spcPts val="1589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轻量模型 — 小样本 (&lt;5k) 下 LR 优于深度学习</a:t>
            </a:r>
          </a:p>
          <a:p>
            <a:pPr>
              <a:spcAft>
                <a:spcPts val="1589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■ 可解释性 — SHAP/LIME 满足医疗透明性要求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457200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🎯 系统定位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9456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"体温计" 而非 "诊断仪"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辅助心理咨询师/辅导员甄别高风险学生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提供可解释的风险评估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在准确性与安全性之间建立多重保障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确保系统可部署、可监控、可审计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2. 核心研究问题 (Research Questions)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517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RQ1: 输入质量自适应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如何在输入数据质量参差不齐的情况下</a:t>
            </a:r>
            <a:br/>
            <a:r>
              <a:t>保证评估有效性？</a:t>
            </a:r>
            <a:br/>
            <a:r>
              <a:t>→ 有人填完整问卷，有人只写几句话，有人仅完成焦虑量表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6517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517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RQ2: 小样本建模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如何在小样本 (&lt;5k) 条件下训练具有</a:t>
            </a:r>
            <a:br/>
            <a:r>
              <a:t>临床参考价值的风险评估模型？</a:t>
            </a:r>
            <a:br/>
            <a:r>
              <a:t>→ 类别不平衡 (高危 10-20%)，深度学习易过拟合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463040"/>
            <a:ext cx="26517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463040"/>
            <a:ext cx="26517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9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RQ3: 危机敏感性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237744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如何确保系统对危机表达（自杀意念）的</a:t>
            </a:r>
            <a:br/>
            <a:r>
              <a:t>敏感性，避免漏判？</a:t>
            </a:r>
            <a:br/>
            <a:r>
              <a:t>→ 漏判代价 &gt;&gt; 误判代价，需要"安全优先"设计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1463040"/>
            <a:ext cx="26517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1463040"/>
            <a:ext cx="26517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RQ4: 可解释可审计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37744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如何使系统具备可解释、可监控、可审计能力？</a:t>
            </a:r>
            <a:br/>
            <a:r>
              <a:t>→ 医疗领域不能接受黑箱模型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2.2 系统功能需求矩阵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57200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核心需求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关键功能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学生 (User)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快速自评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文本输入 / 问卷填写 / 即时风险反馈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咨询师 (Counselor)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高效复核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预警列表 / 详情查看 / 复核意见 / 历史追溯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 (Admin)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全局监控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Dashboard 总览 / 引擎快照 / 路由统计 / 审计导出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系统 (System)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安全保障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危机 override / 模型回退 / 只升不降 / 审计日志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3. 研究方法与技术路线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758952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用户输入层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文本 / 问卷 / 生理数据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965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084832"/>
            <a:ext cx="7589520" cy="594360"/>
          </a:xfrm>
          <a:prstGeom prst="rect">
            <a:avLst/>
          </a:prstGeom>
          <a:solidFill>
            <a:srgbClr val="349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1305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数据预处理层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305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清洗 / 标准化 / 特征工程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791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798064"/>
            <a:ext cx="758952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8437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路由决策引擎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437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输入质量评估 → 自动路由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3924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511296"/>
            <a:ext cx="758952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5570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模型推理层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570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structured | lite | anxiety_only | 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1056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224528"/>
            <a:ext cx="758952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2702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危机检测引擎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702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关键词匹配 + 语义 + 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188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937760"/>
            <a:ext cx="758952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983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融合风险评估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983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模型预测 + 安全规则 (Crisis Override)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532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5650992"/>
            <a:ext cx="758952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56967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结果输出层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6967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风险等级 / SHAP 解释 / 干预建议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3.2 数据来源与数据处理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1371600"/>
                <a:gridCol w="173736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数据层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真实公开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PHQ-9 5th Edition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结构化问卷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v1.23 外部验证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真实公开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Student Depression Dataset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~2,800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18 特征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v1.20/21/25/26 训练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合成数据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启发式规则生成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 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v1.20 初始训练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文本语料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标注合成 + 公开语料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~2,000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自由文本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文本模型训练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数据处理原则：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✔  所有预处理参数仅在训练集上拟合，再应用于验证/测试集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✔  SMOTE 合成比例控制在 0.8:1 以内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✔  固定随机种子 (random_state=42)，确保实验可复现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✔  Train 70% / Val 15% / Test 15% 三划分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3.3 模型选择策略 &amp; 迭代开发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12 个正式迭代版本 | 4 个关键模型产出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模型选择策略：</a:t>
            </a:r>
          </a:p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■ 核心模型：Logistic Regression (LR) — 小样本最优，天然可解释</a:t>
            </a:r>
          </a:p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■ 辅助模型：Random Forest — 非线性基线对比</a:t>
            </a:r>
          </a:p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■ 文本模型：TF-IDF + 轻量 DNN (嵌入 128d, 参数 &lt;5k)</a:t>
            </a:r>
          </a:p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■ 可解释性：SHAP + Permutation Importance</a:t>
            </a:r>
          </a:p>
          <a:p>
            <a:pPr>
              <a:spcAft>
                <a:spcPts val="136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■ 拒绝使用：Transformer/BERT (&gt;100M 参数，严重过拟合)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关键迭代路径：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v1.20 ★ ─→ structured 模型 (真实数据训练，default)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├─ v1.21 ✗ ─→ 多分类实验 (已禁用)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└─ v1.22 → 风险建模方案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 └─ v1.23 ★ → 外部验证 (AUC 0.91, limited_active)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　　　└─ v1.24 → 适配器桥接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　　　　　 └─ v1.25 ★ → Lite 模型 (9特征, limited_active)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　　　　　　　　└─ v1.26 ★ → 阈值优化 (Recall +15.4%)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　　　　　　　　　　 └─ v1.27 → 终期发布</a:t>
            </a:r>
          </a:p>
          <a:p>
            <a:pPr>
              <a:spcAft>
                <a:spcPts val="919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　　　　　　　　　　　　　　　　└─ v1.28 → 封版交付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4. 系统架构设计 — 四层架构总览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表现层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用户端 (Vue 3 + TS)  |  咨询师端 (Vue 3 + TS)  |  管理端 (Vue 3 + TS)  |  监控大屏 (ECharts)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39"/>
            <a:ext cx="1124712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通信层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59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REST API (JSON)  |  WebSocket 实时推送  |  JWT Token 认证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47120" cy="1188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业务逻辑层 Business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路由决策 Router  |  模型引擎 Model Engine  |  复核工作流 Review Svc  |  审计导出 Audit Svc  |  危机检测 Crisis Detector  |  RBAC 授权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30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数据持久层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SQLite (SQLAlchemy async)  |  模型文件 (.pkl/.pth)  |  审计日志 (JSON/SQL)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4.2 路由决策引擎 — 四级自适应路由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371600"/>
            <a:ext cx="850392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444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⚠ Crisis 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 关键词 + 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447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风险等级 ≥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194560"/>
            <a:ext cx="85039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2677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📊 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677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≥ 10/12 特征完整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677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v1.20 LR (default)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017520"/>
            <a:ext cx="850392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0906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📊 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90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≥ 7/9 轻特征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906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v1.25 LR (阈值 0.40)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840480"/>
            <a:ext cx="8503920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913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📊 Anxiety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136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≥ 4/7 焦虑项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9136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焦虑专项评估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663440"/>
            <a:ext cx="8503920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7365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📝 Text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736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仅文本输入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文本模型 + 融合后备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5486400"/>
            <a:ext cx="8503920" cy="68580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5595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⚡ Insufficient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5595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输入不足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5595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提示补充 + 启发式警告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79"/>
              </a:spcAft>
              <a:defRPr sz="1200">
                <a:solidFill>
                  <a:srgbClr val="95A5A6"/>
                </a:solidFill>
                <a:latin typeface="Microsoft YaHei"/>
              </a:defRPr>
            </a:pPr>
            <a:r>
              <a:t>设计原则：确定性 | 安全性优先 | 透明可追溯 (route_trace)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4.3 模型注册表 &amp; 生命周期治理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9 个注册模型 | 4 个活跃使用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383280"/>
                <a:gridCol w="365760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生命周期状态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v1.20 Structured 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Structured 路由默认模型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limited_active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v1.23 External / v1.24 Adapter / v1.25 Lite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外部验证 / 桥接 / Lite路由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experimental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v1.26 Text DNN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文本深度模型实验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deprecated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v1.21 Binary LR / RF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指标不达标，已弃用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disabled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v1.21 Multiclass LR /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严重过拟合，已禁用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模型生命周期状态机：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75B6"/>
                </a:solidFill>
                <a:latin typeface="Microsoft YaHei"/>
              </a:defRPr>
            </a:pPr>
            <a:r>
              <a:t>candidate → experimental → limited_active → default → deprecated → disabled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5.1 关键模型 v1.20 — 结构化逻辑回归 (Structured LR)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default | 12 特征 | 最高准确率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训练配置：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数据集：Student Depression Dataset + 合成数据 (~3,000 样本)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12 维特征：age, cgpa, stress_level, sleep_duration, social_support,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financial_pressure, family_history, academic_pressure, exercise_frequency,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anxiety, panic_attack, treatment_seeking</a:t>
            </a:r>
          </a:p>
          <a:p>
            <a:pPr>
              <a:spcAft>
                <a:spcPts val="115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类别平衡: SMOTE (0.8:1)  |  Train 70% / Val 15% / Test 15%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37160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单次测试集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5-Fold CV (mean ± std)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0.9827 ± 0.0024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0.9875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0.9870 ± 0.0018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0.9991 ± 0.0003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0.9900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风险等级映射：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[0, 0.5) → Level 1 LOW  |  [0.5, 0.75) → Level 2 MODERATE  |  [0.75, 1.0] → Level 3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✅ 结论：升级为 default（系统默认模型），成为 structured 路由的默认模型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5.2 v1.21 失败分析 — 多分类实验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❌ disabled | 教训：小样本下 binary &gt;&gt; multiclass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实验动机：将 binary (LOW/HIGH) 升级为 multiclass (LOW/MODERATE/HIGH 三类直接预测)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实验结果 ❌：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三类 F1 严重不均衡：LOW 0.95  vs  HIGH 0.12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高风险样本大量误判为中等风险 → 临床不可接受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决策边界不稳定，泛化性差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决策与教训：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禁用 v1.21，回退到 v1.20 binary + 阈值分级方案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教训：小样本 (&lt;5k) 场景下，binary 分类可靠性远高于 multiclass</a:t>
            </a:r>
          </a:p>
          <a:p>
            <a:pPr>
              <a:spcAft>
                <a:spcPts val="148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■ 启示：不是模型越复杂越好，而是"简单模型 + 好特征"性价比最高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5.3 v1.23 外部验证 &amp; v1.25 Lite 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Microsoft YaHei"/>
              </a:defRPr>
            </a:pPr>
            <a:r>
              <a:t>v1.23 外部风险模型 (limited_active)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4937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0.8589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0.8733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0.8452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297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■ PHQ-9 5th Edition (~1,500 样本)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■ AUC 从内部 0.9991 → 外部 0.9131 (-8.6%)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■ 暴露了内部测试的乐观偏差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■ Recall 0.87: 漏报率 12.67%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Microsoft YaHei"/>
              </a:defRPr>
            </a:pPr>
            <a:r>
              <a:t>v1.25 Lite 模型 (阈值 0.50)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011680"/>
          <a:ext cx="5120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Specificity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0.7273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Brier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0.0710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300">
                <a:solidFill>
                  <a:srgbClr val="E74C3C"/>
                </a:solidFill>
                <a:latin typeface="Microsoft YaHei"/>
              </a:defRPr>
            </a:pPr>
            <a:r>
              <a:t>■ 9 维特征（精简自 12 特征）</a:t>
            </a:r>
          </a:p>
          <a:p>
            <a:pPr>
              <a:spcAft>
                <a:spcPts val="1050"/>
              </a:spcAft>
              <a:defRPr sz="1300">
                <a:solidFill>
                  <a:srgbClr val="E74C3C"/>
                </a:solidFill>
                <a:latin typeface="Microsoft YaHei"/>
              </a:defRPr>
            </a:pPr>
            <a:r>
              <a:t>■ 问题：Recall 仅 0.6667</a:t>
            </a:r>
          </a:p>
          <a:p>
            <a:pPr>
              <a:spcAft>
                <a:spcPts val="1050"/>
              </a:spcAft>
              <a:defRPr sz="1300">
                <a:solidFill>
                  <a:srgbClr val="E74C3C"/>
                </a:solidFill>
                <a:latin typeface="Microsoft YaHei"/>
              </a:defRPr>
            </a:pPr>
            <a:r>
              <a:t>■ → 漏报率高达 33.3%</a:t>
            </a:r>
          </a:p>
          <a:p>
            <a:pPr>
              <a:spcAft>
                <a:spcPts val="1050"/>
              </a:spcAft>
              <a:defRPr sz="1300">
                <a:solidFill>
                  <a:srgbClr val="E74C3C"/>
                </a:solidFill>
                <a:latin typeface="Microsoft YaHei"/>
              </a:defRPr>
            </a:pPr>
            <a:r>
              <a:t>■ → 心理健康场景不可接受！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5.4 v1.26 阈值优化 — 关键突破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从 0.50 → 0.40，Recal +15.4%，漏报降低 31%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004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v1.25 (阈值 0.50)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v1.26 (阈值 0.40)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0.7692 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+15.4%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Specificity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0.9542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0.9413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0.9380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0.9380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 (不变)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97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成本权衡分析：</a:t>
            </a:r>
          </a:p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  ■  漏报 (FN) 代价：漏掉 1 个高风险学生 → 可能的自杀风险 → 代价极高</a:t>
            </a:r>
          </a:p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  ■  误报 (FP) 代价：1 个低风险被标为高风险 → 咨询师多复核一次 → 代价可控</a:t>
            </a:r>
          </a:p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优化结果：用 1.3% 更多误报 (Spec ↓) 换取 15.4% 更多检出 (Recall ↑)</a:t>
            </a:r>
          </a:p>
          <a:p>
            <a:pPr>
              <a:spcAft>
                <a:spcPts val="1039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性价比极高！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389120"/>
            <a:ext cx="4114800" cy="2103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4480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Go/No-Go 判定 (7/7 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9377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79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Recall ≥ 0.75: 0.7692 ✅</a:t>
            </a:r>
          </a:p>
          <a:p>
            <a:pPr>
              <a:spcAft>
                <a:spcPts val="879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Specificity ≥ 0.65: 0.9542 ✅</a:t>
            </a:r>
          </a:p>
          <a:p>
            <a:pPr>
              <a:spcAft>
                <a:spcPts val="879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AUC ≥ 0.88: 0.9380 ✅</a:t>
            </a:r>
          </a:p>
          <a:p>
            <a:pPr>
              <a:spcAft>
                <a:spcPts val="879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Brier ≤ 0.12: 0.0710 ✅</a:t>
            </a:r>
          </a:p>
          <a:p>
            <a:pPr>
              <a:spcAft>
                <a:spcPts val="879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路由稳定性: 7/8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5.5 多模型全景对比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188720"/>
                <a:gridCol w="1188720"/>
                <a:gridCol w="1188720"/>
                <a:gridCol w="1005840"/>
                <a:gridCol w="21945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Lifecycle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Spec.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v1.20 Structured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最高准确率，12特征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v1.23 External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limited_active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0.8589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0.9131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0.8733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外部验证基准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v1.25 Lite (v1.26)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limited_active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0.7692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0.9542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轻量级，低负担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v1.21 Binary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deprecated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0.6000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对比基线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v1.21 Multiclass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disabled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过拟合禁用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2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文本分析模型：TF-IDF + 轻量 DNN (嵌入 128d, 参数 &lt;5k, 中英双语, experimental)</a:t>
            </a:r>
          </a:p>
          <a:p>
            <a:pPr>
              <a:spcAft>
                <a:spcPts val="152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生理信号探索：Depresjon Dataset | 加速度计特征 | 外部验证 AUC 0.74 (experimental)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6. 五大核心创新点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4884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488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创新一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75B6"/>
                </a:solidFill>
                <a:latin typeface="Microsoft YaHei"/>
              </a:defRPr>
            </a:pPr>
            <a:r>
              <a:t>分级路由架构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根据输入质量自适应选择模型</a:t>
            </a:r>
            <a:br/>
            <a:r>
              <a:t>覆盖广度提升 3-5 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463040"/>
            <a:ext cx="214884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463040"/>
            <a:ext cx="214884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19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创新二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Crisis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9260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三阶段安全检测链</a:t>
            </a:r>
            <a:br/>
            <a:r>
              <a:t>危机表达零容忍漏判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63040"/>
            <a:ext cx="214884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488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创新三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AE60"/>
                </a:solidFill>
                <a:latin typeface="Microsoft YaHei"/>
              </a:defRPr>
            </a:pPr>
            <a:r>
              <a:t>可解释性输出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260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SHAP 三层次解释</a:t>
            </a:r>
            <a:br/>
            <a:r>
              <a:t>(全局/单样本/路由)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463040"/>
            <a:ext cx="214884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463040"/>
            <a:ext cx="214884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创新四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生命周期治理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260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五阶段状态机管理 9 模型</a:t>
            </a:r>
            <a:br/>
            <a:r>
              <a:t>4 个活跃，安全升级回退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463040"/>
            <a:ext cx="214884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463040"/>
            <a:ext cx="2148840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创新五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E44AD"/>
                </a:solidFill>
                <a:latin typeface="Microsoft YaHei"/>
              </a:defRPr>
            </a:pPr>
            <a:r>
              <a:t>五级容错回退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9260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DL→ML→规则→默认值</a:t>
            </a:r>
            <a:br/>
            <a:r>
              <a:t>渐进降级，始终可用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6.2 重点创新：Crisis Override 安全机制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三阶段检测链 · 只升不降 · 零容忍漏判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阶段1：规则匹配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10 个中文危机关键词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想死 / 自杀 / 自残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活不下去 / 不想活 / 结束生命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死了算了 / 一死了之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不如死了 / 死了一了百了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+ 英文关键词词边界匹配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阶段2：语义检测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负向极性评分 (negative polarity)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紧迫度评分 (urgency)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两维度综合判断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需同时满足：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  极性 &gt; 0.7  AND  紧迫度 &gt; 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475488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阶段3：触发覆盖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阶段1 OR 阶段2 → 触发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risk_level ← max(模型预测, 3)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crisis_override = true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前端 Crisis Alert 醒目标识</a:t>
            </a:r>
          </a:p>
          <a:p>
            <a:pPr>
              <a:spcAft>
                <a:spcPts val="105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审计日志完整记录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6.3 可解释性输出 — SHAP 三层次框架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第一层：全局特征重要性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  → SHAP Summary Plot — 所有预测的特征贡献排序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第二层：单样本解释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  → SHAP Waterfall / Force Plot — 单个预测的逐特征分解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第三层：路由决策解释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  → route_trace 字段 — 为什么选择这个路由？</a:t>
            </a: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125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技术实现：SHAP (模型无关) + Permutation Importance (双重验证)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示例输出（高风险学生）：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Top contributing factors:</a:t>
            </a: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+ stress_level       0.245 压力高 → ⬆</a:t>
            </a: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+ anxiety            0.198 焦虑高 → ⬆</a:t>
            </a: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- social_support    -0.087 支持好 → ⬇</a:t>
            </a: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+ family_history     0.065 家族史 → ⬆</a:t>
            </a: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76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→ 可清晰溯源每个特征的风险贡献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6.5 五级容错回退机制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Graceful Degradation — 系统在任何情况下都可用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94183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Level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正常推理 (Normal)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47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所有模型可用，标准推理路径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402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▼ 失败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377440"/>
            <a:ext cx="941832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14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PyTorch / 依赖不可用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52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回退到 scikit-learn 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46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▼ 失败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383280"/>
            <a:ext cx="9418320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520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特定模型加载失败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587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回退到备选模型 (e.g., v1.20)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251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▼ 失败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389120"/>
            <a:ext cx="9418320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Level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434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预测异常值 (NaN/Inf)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64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回退到启发式规则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257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▼ 失败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394960"/>
            <a:ext cx="941832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532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Level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440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完全空输入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870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安全默认值 → insufficient 警告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7. 安全机制 &amp; 伦理考虑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数据安全与隐私保护：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数据脱敏 — 所有训练数据已去除 PII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访问控制 — RBAC 三级角色 (admin/counselor/user)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最小权限 — 学生仅可见自身数据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审计追踪 — 所有操作完整审计日志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伦理声明：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系统定性：辅助筛查工具，非临床诊断设备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结果说明："仅供参考，不能替代专业医疗诊断"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人工复核：高风险必须经咨询师确认</a:t>
            </a:r>
          </a:p>
          <a:p>
            <a:pPr>
              <a:spcAft>
                <a:spcPts val="13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■ 知情同意 + 伦理委员会审批（正式部署前）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安全设计四原则：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1️⃣  确定性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 相同输入 → 相同输出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2️⃣  只升不降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 Crisis override 只能提升风险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3️⃣  始终可用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 所有模型失败仍能提供基础警告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4️⃣  可审计</a:t>
            </a:r>
          </a:p>
          <a:p>
            <a:pPr>
              <a:spcAft>
                <a:spcPts val="999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    所有操作审计链完整可追溯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8. 局限性与未来展望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"/>
                <a:gridCol w="24688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等级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缓解措施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训练数据量有限 (&lt;5k)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外部验证 + 阈值保守设置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缺乏真实临床验证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标注"仅供筛查"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部分基于合成数据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v1.23 外部验证校准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未使用大语言模型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关键词规则安全网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生理信号依赖硬件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非必需模块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Microsoft YaHei"/>
              </a:defRPr>
            </a:pPr>
            <a:r>
              <a:t>未来改进路线图：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短期 (1-3月)：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MentalBERT 文本模型升级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持续监控 pipeline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中期 (3-12月)：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高校试点验证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联邦学习 + A/B 平台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长期 (1年+)：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临床级别对标验证</a:t>
            </a:r>
          </a:p>
          <a:p>
            <a:pPr>
              <a:spcAft>
                <a:spcPts val="89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■ 干预效果评估闭环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C"/>
                </a:solidFill>
                <a:latin typeface="Microsoft YaHei"/>
              </a:defRPr>
            </a:pPr>
            <a:r>
              <a:t>9. 研究结论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48463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1. 技术成果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4 条自适应路由完整决策链路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4 个活跃模型 (1 default + 3 limited_active)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v1.20: Accuracy 0.9833 / F1 0.9875 / AUC 0.9991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v1.26: Recall +15.4%, 漏报降低 31%, 7/7 Go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48463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2. 系统能力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三级角色访问控制 + JWT 认证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Crisis Override 危机零容忍漏判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五级容错回退始终可用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Dashboard + Engine Snapshot 监控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48463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3. 工程规范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12 个正式迭代完整记录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模型生命周期治理体系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数据质量管控 (隔离预处理)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SHAP 可解释性输出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743200" cy="48463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7432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4. 交付状态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FINAL-GO: 14 项条件全部通过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Git Tag: v1.28-final</a:t>
            </a:r>
          </a:p>
          <a:p>
            <a:pPr>
              <a:spcAft>
                <a:spcPts val="112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■ 包含完整答辩材料包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5A5A6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基于多模型融合的心理健康风险评估与预警系统  |  v1.28-final  |  2026-05-02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